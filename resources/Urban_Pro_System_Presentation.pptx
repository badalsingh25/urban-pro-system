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Urban Pro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Urban Management &amp; Service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📌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Pro System is a smart urban management platform designed to simplify city services, improve governance, and enhance quality of life.</a:t>
            </a:r>
          </a:p>
          <a:p/>
          <a:p>
            <a:r>
              <a:t>✅ Citizen Portal</a:t>
            </a:r>
          </a:p>
          <a:p>
            <a:r>
              <a:t>✅ Complaint Management</a:t>
            </a:r>
          </a:p>
          <a:p>
            <a:r>
              <a:t>✅ Smart Analytics</a:t>
            </a:r>
          </a:p>
          <a:p>
            <a:r>
              <a:t>✅ Secure Authentication</a:t>
            </a:r>
          </a:p>
          <a:p>
            <a:r>
              <a:t>✅ Paperless &amp; Efficient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🖥️ Frontend: HTML, CSS, JavaScript</a:t>
            </a:r>
          </a:p>
          <a:p>
            <a:r>
              <a:t>🎨 Styling: Bootstrap / TailwindCSS</a:t>
            </a:r>
          </a:p>
          <a:p>
            <a:r>
              <a:t>⚙️ Backend: Node.js / Express.js</a:t>
            </a:r>
          </a:p>
          <a:p>
            <a:r>
              <a:t>🗄️ Database: MongoDB</a:t>
            </a:r>
          </a:p>
          <a:p>
            <a:r>
              <a:t>🔐 Security: JWT / Session Auth</a:t>
            </a:r>
          </a:p>
          <a:p>
            <a:r>
              <a:t>📊 Visualization: Chart.js / D3.js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⚡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Centralized Citizen Services</a:t>
            </a:r>
          </a:p>
          <a:p>
            <a:r>
              <a:t>✔ Real-time Complaint Tracking</a:t>
            </a:r>
          </a:p>
          <a:p>
            <a:r>
              <a:t>✔ Admin Dashboard</a:t>
            </a:r>
          </a:p>
          <a:p>
            <a:r>
              <a:t>✔ Scalable Architecture</a:t>
            </a:r>
          </a:p>
          <a:p>
            <a:r>
              <a:t>✔ Mobile-Friendly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registers/login through portal</a:t>
            </a:r>
          </a:p>
          <a:p>
            <a:r>
              <a:t>2. Requests/complaints sent to server</a:t>
            </a:r>
          </a:p>
          <a:p>
            <a:r>
              <a:t>3. Backend processes with MongoDB</a:t>
            </a:r>
          </a:p>
          <a:p>
            <a:r>
              <a:t>4. Admin dashboard for authorities</a:t>
            </a:r>
          </a:p>
          <a:p>
            <a:r>
              <a:t>5. Analytics &amp; notifications generated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🤝 Contribution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📩 Contact:</a:t>
            </a:r>
          </a:p>
          <a:p>
            <a:r>
              <a:t>Email: badalkusingh8@gmail.com</a:t>
            </a:r>
          </a:p>
          <a:p>
            <a:r>
              <a:t>GitHub: github.com/Badalsingh25</a:t>
            </a:r>
          </a:p>
          <a:p>
            <a:r>
              <a:t>LinkedIn: linkedin.com/in/badal-singh-767911333/</a:t>
            </a:r>
          </a:p>
          <a:p/>
          <a:p>
            <a:r>
              <a:t>🤝 Contributions are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